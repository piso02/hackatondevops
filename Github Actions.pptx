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56" r:id="rId2"/>
    <p:sldId id="257" r:id="rId3"/>
    <p:sldId id="258" r:id="rId4"/>
    <p:sldId id="259" r:id="rId5"/>
    <p:sldId id="260" r:id="rId6"/>
    <p:sldId id="270" r:id="rId7"/>
    <p:sldId id="261" r:id="rId8"/>
    <p:sldId id="271" r:id="rId9"/>
    <p:sldId id="262" r:id="rId10"/>
    <p:sldId id="265" r:id="rId11"/>
    <p:sldId id="263" r:id="rId12"/>
    <p:sldId id="264" r:id="rId13"/>
    <p:sldId id="266" r:id="rId14"/>
    <p:sldId id="267" r:id="rId15"/>
    <p:sldId id="268" r:id="rId16"/>
    <p:sldId id="269" r:id="rId17"/>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C71D9C-FF0F-AA58-287C-47714C97685B}" v="8" dt="2021-06-19T14:48:07.477"/>
    <p1510:client id="{F32F945F-560A-7E12-693F-3D283435055A}" v="4" dt="2021-06-19T13:17:04.3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tilisateur invité" userId="S::urn:spo:anon#eecbfac9f3dcfb382430159c29d8c86be79b8b0dac2e366c7b2cfb8305d0ef79::" providerId="AD" clId="Web-{F32F945F-560A-7E12-693F-3D283435055A}"/>
    <pc:docChg chg="modSld">
      <pc:chgData name="Utilisateur invité" userId="S::urn:spo:anon#eecbfac9f3dcfb382430159c29d8c86be79b8b0dac2e366c7b2cfb8305d0ef79::" providerId="AD" clId="Web-{F32F945F-560A-7E12-693F-3D283435055A}" dt="2021-06-19T13:17:01.780" v="0" actId="20577"/>
      <pc:docMkLst>
        <pc:docMk/>
      </pc:docMkLst>
      <pc:sldChg chg="modSp">
        <pc:chgData name="Utilisateur invité" userId="S::urn:spo:anon#eecbfac9f3dcfb382430159c29d8c86be79b8b0dac2e366c7b2cfb8305d0ef79::" providerId="AD" clId="Web-{F32F945F-560A-7E12-693F-3D283435055A}" dt="2021-06-19T13:17:01.780" v="0" actId="20577"/>
        <pc:sldMkLst>
          <pc:docMk/>
          <pc:sldMk cId="0" sldId="256"/>
        </pc:sldMkLst>
        <pc:spChg chg="mod">
          <ac:chgData name="Utilisateur invité" userId="S::urn:spo:anon#eecbfac9f3dcfb382430159c29d8c86be79b8b0dac2e366c7b2cfb8305d0ef79::" providerId="AD" clId="Web-{F32F945F-560A-7E12-693F-3D283435055A}" dt="2021-06-19T13:17:01.780" v="0" actId="20577"/>
          <ac:spMkLst>
            <pc:docMk/>
            <pc:sldMk cId="0" sldId="256"/>
            <ac:spMk id="2" creationId="{00000000-0000-0000-0000-000000000000}"/>
          </ac:spMkLst>
        </pc:spChg>
      </pc:sldChg>
    </pc:docChg>
  </pc:docChgLst>
  <pc:docChgLst>
    <pc:chgData name="Utilisateur invité" userId="S::urn:spo:anon#eecbfac9f3dcfb382430159c29d8c86be79b8b0dac2e366c7b2cfb8305d0ef79::" providerId="AD" clId="Web-{9AC71D9C-FF0F-AA58-287C-47714C97685B}"/>
    <pc:docChg chg="addSld delSld">
      <pc:chgData name="Utilisateur invité" userId="S::urn:spo:anon#eecbfac9f3dcfb382430159c29d8c86be79b8b0dac2e366c7b2cfb8305d0ef79::" providerId="AD" clId="Web-{9AC71D9C-FF0F-AA58-287C-47714C97685B}" dt="2021-06-19T14:48:07.477" v="7"/>
      <pc:docMkLst>
        <pc:docMk/>
      </pc:docMkLst>
      <pc:sldChg chg="new del">
        <pc:chgData name="Utilisateur invité" userId="S::urn:spo:anon#eecbfac9f3dcfb382430159c29d8c86be79b8b0dac2e366c7b2cfb8305d0ef79::" providerId="AD" clId="Web-{9AC71D9C-FF0F-AA58-287C-47714C97685B}" dt="2021-06-19T14:02:47.069" v="2"/>
        <pc:sldMkLst>
          <pc:docMk/>
          <pc:sldMk cId="328697425" sldId="272"/>
        </pc:sldMkLst>
      </pc:sldChg>
      <pc:sldChg chg="new del">
        <pc:chgData name="Utilisateur invité" userId="S::urn:spo:anon#eecbfac9f3dcfb382430159c29d8c86be79b8b0dac2e366c7b2cfb8305d0ef79::" providerId="AD" clId="Web-{9AC71D9C-FF0F-AA58-287C-47714C97685B}" dt="2021-06-19T14:48:07.477" v="7"/>
        <pc:sldMkLst>
          <pc:docMk/>
          <pc:sldMk cId="1659649232" sldId="272"/>
        </pc:sldMkLst>
      </pc:sldChg>
      <pc:sldChg chg="new del">
        <pc:chgData name="Utilisateur invité" userId="S::urn:spo:anon#eecbfac9f3dcfb382430159c29d8c86be79b8b0dac2e366c7b2cfb8305d0ef79::" providerId="AD" clId="Web-{9AC71D9C-FF0F-AA58-287C-47714C97685B}" dt="2021-06-19T14:04:34.649" v="5"/>
        <pc:sldMkLst>
          <pc:docMk/>
          <pc:sldMk cId="3433806528" sldId="272"/>
        </pc:sldMkLst>
      </pc:sldChg>
      <pc:sldChg chg="new del">
        <pc:chgData name="Utilisateur invité" userId="S::urn:spo:anon#eecbfac9f3dcfb382430159c29d8c86be79b8b0dac2e366c7b2cfb8305d0ef79::" providerId="AD" clId="Web-{9AC71D9C-FF0F-AA58-287C-47714C97685B}" dt="2021-06-19T14:02:48.569" v="3"/>
        <pc:sldMkLst>
          <pc:docMk/>
          <pc:sldMk cId="188826625" sldId="273"/>
        </pc:sldMkLst>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10" name="Triangle rect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r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fr-FR"/>
              <a:t>Cliquez pour modifier le style du titre</a:t>
            </a:r>
            <a:endParaRPr kumimoji="0" lang="en-US"/>
          </a:p>
        </p:txBody>
      </p:sp>
      <p:sp>
        <p:nvSpPr>
          <p:cNvPr id="17" name="Sous-titr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fr-FR"/>
              <a:t>Cliquez pour modifier le style des sous-titres du masque</a:t>
            </a:r>
            <a:endParaRPr kumimoji="0" lang="en-US"/>
          </a:p>
        </p:txBody>
      </p:sp>
      <p:grpSp>
        <p:nvGrpSpPr>
          <p:cNvPr id="2" name="Groupe 1"/>
          <p:cNvGrpSpPr/>
          <p:nvPr/>
        </p:nvGrpSpPr>
        <p:grpSpPr>
          <a:xfrm>
            <a:off x="-3765" y="4953000"/>
            <a:ext cx="9147765" cy="1912088"/>
            <a:chOff x="-3765" y="4832896"/>
            <a:chExt cx="9147765" cy="2032192"/>
          </a:xfrm>
        </p:grpSpPr>
        <p:sp>
          <p:nvSpPr>
            <p:cNvPr id="7" name="Forme libre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orme libre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orme libre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Connecteur droit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Espace réservé de la date 29"/>
          <p:cNvSpPr>
            <a:spLocks noGrp="1"/>
          </p:cNvSpPr>
          <p:nvPr>
            <p:ph type="dt" sz="half" idx="10"/>
          </p:nvPr>
        </p:nvSpPr>
        <p:spPr/>
        <p:txBody>
          <a:bodyPr/>
          <a:lstStyle>
            <a:lvl1pPr>
              <a:defRPr>
                <a:solidFill>
                  <a:srgbClr val="FFFFFF"/>
                </a:solidFill>
              </a:defRPr>
            </a:lvl1pPr>
            <a:extLst/>
          </a:lstStyle>
          <a:p>
            <a:fld id="{80A14CA7-1CFD-4E4E-8F9F-4A59323DAD33}" type="datetimeFigureOut">
              <a:rPr lang="fr-FR" smtClean="0"/>
              <a:t>19/06/2021</a:t>
            </a:fld>
            <a:endParaRPr lang="fr-FR"/>
          </a:p>
        </p:txBody>
      </p:sp>
      <p:sp>
        <p:nvSpPr>
          <p:cNvPr id="19" name="Espace réservé du pied de page 18"/>
          <p:cNvSpPr>
            <a:spLocks noGrp="1"/>
          </p:cNvSpPr>
          <p:nvPr>
            <p:ph type="ftr" sz="quarter" idx="11"/>
          </p:nvPr>
        </p:nvSpPr>
        <p:spPr/>
        <p:txBody>
          <a:bodyPr/>
          <a:lstStyle>
            <a:lvl1pPr>
              <a:defRPr>
                <a:solidFill>
                  <a:schemeClr val="accent1">
                    <a:tint val="20000"/>
                  </a:schemeClr>
                </a:solidFill>
              </a:defRPr>
            </a:lvl1pPr>
            <a:extLst/>
          </a:lstStyle>
          <a:p>
            <a:endParaRPr lang="fr-FR"/>
          </a:p>
        </p:txBody>
      </p:sp>
      <p:sp>
        <p:nvSpPr>
          <p:cNvPr id="27" name="Espace réservé du numéro de diapositive 26"/>
          <p:cNvSpPr>
            <a:spLocks noGrp="1"/>
          </p:cNvSpPr>
          <p:nvPr>
            <p:ph type="sldNum" sz="quarter" idx="12"/>
          </p:nvPr>
        </p:nvSpPr>
        <p:spPr/>
        <p:txBody>
          <a:bodyPr/>
          <a:lstStyle>
            <a:lvl1pPr>
              <a:defRPr>
                <a:solidFill>
                  <a:srgbClr val="FFFFFF"/>
                </a:solidFill>
              </a:defRPr>
            </a:lvl1pPr>
            <a:extLst/>
          </a:lstStyle>
          <a:p>
            <a:fld id="{8BA5849B-64EE-4801-B2B9-C3CD2F95E1E5}" type="slidenum">
              <a:rPr lang="fr-FR" smtClean="0"/>
              <a:t>‹#›</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80A14CA7-1CFD-4E4E-8F9F-4A59323DAD33}" type="datetimeFigureOut">
              <a:rPr lang="fr-FR" smtClean="0"/>
              <a:t>19/06/2021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BA5849B-64EE-4801-B2B9-C3CD2F95E1E5}" type="slidenum">
              <a:rPr lang="fr-FR" smtClean="0"/>
              <a:t>‹#›</a:t>
            </a:fld>
            <a:endParaRPr lang="fr-FR"/>
          </a:p>
        </p:txBody>
      </p:sp>
      <p:sp>
        <p:nvSpPr>
          <p:cNvPr id="7" name="Titre 6"/>
          <p:cNvSpPr>
            <a:spLocks noGrp="1"/>
          </p:cNvSpPr>
          <p:nvPr>
            <p:ph type="title"/>
          </p:nvPr>
        </p:nvSpPr>
        <p:spPr/>
        <p:txBody>
          <a:bodyPr rtlCol="0"/>
          <a:lstStyle/>
          <a:p>
            <a:r>
              <a:rPr kumimoji="0" lang="fr-FR"/>
              <a:t>Cliquez pour modifier le style du titre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bg>
      <p:bgRef idx="1002">
        <a:schemeClr val="bg1"/>
      </p:bgRef>
    </p:bg>
    <p:spTree>
      <p:nvGrpSpPr>
        <p:cNvPr id="1" name=""/>
        <p:cNvGrpSpPr/>
        <p:nvPr/>
      </p:nvGrpSpPr>
      <p:grpSpPr>
        <a:xfrm>
          <a:off x="0" y="0"/>
          <a:ext cx="0" cy="0"/>
          <a:chOff x="0" y="0"/>
          <a:chExt cx="0" cy="0"/>
        </a:xfrm>
      </p:grpSpPr>
      <p:sp>
        <p:nvSpPr>
          <p:cNvPr id="2" name="Titr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fr-FR"/>
              <a:t>Cliquez pour modifier le style du titre</a:t>
            </a:r>
            <a:endParaRPr kumimoji="0" lang="en-US"/>
          </a:p>
        </p:txBody>
      </p:sp>
      <p:sp>
        <p:nvSpPr>
          <p:cNvPr id="3" name="Espace réservé du texte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fr-FR"/>
              <a:t>Cliquez pour modifier les styles du texte du masque</a:t>
            </a:r>
          </a:p>
        </p:txBody>
      </p:sp>
      <p:sp>
        <p:nvSpPr>
          <p:cNvPr id="4" name="Espace réservé de la date 3"/>
          <p:cNvSpPr>
            <a:spLocks noGrp="1"/>
          </p:cNvSpPr>
          <p:nvPr>
            <p:ph type="dt" sz="half" idx="10"/>
          </p:nvPr>
        </p:nvSpPr>
        <p:spPr/>
        <p:txBody>
          <a:bodyPr/>
          <a:lstStyle/>
          <a:p>
            <a:fld id="{80A14CA7-1CFD-4E4E-8F9F-4A59323DAD33}" type="datetimeFigureOut">
              <a:rPr lang="fr-FR" smtClean="0"/>
              <a:t>19/06/2021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BA5849B-64EE-4801-B2B9-C3CD2F95E1E5}" type="slidenum">
              <a:rPr lang="fr-FR" smtClean="0"/>
              <a:t>‹#›</a:t>
            </a:fld>
            <a:endParaRPr lang="fr-FR"/>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bg>
      <p:bgRef idx="1002">
        <a:schemeClr val="bg1"/>
      </p:bgRef>
    </p:bg>
    <p:spTree>
      <p:nvGrpSpPr>
        <p:cNvPr id="1" name=""/>
        <p:cNvGrpSpPr/>
        <p:nvPr/>
      </p:nvGrpSpPr>
      <p:grpSpPr>
        <a:xfrm>
          <a:off x="0" y="0"/>
          <a:ext cx="0" cy="0"/>
          <a:chOff x="0" y="0"/>
          <a:chExt cx="0" cy="0"/>
        </a:xfrm>
      </p:grpSpPr>
      <p:sp>
        <p:nvSpPr>
          <p:cNvPr id="3" name="Espace réservé du contenu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u contenu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5" name="Espace réservé de la date 4"/>
          <p:cNvSpPr>
            <a:spLocks noGrp="1"/>
          </p:cNvSpPr>
          <p:nvPr>
            <p:ph type="dt" sz="half" idx="10"/>
          </p:nvPr>
        </p:nvSpPr>
        <p:spPr/>
        <p:txBody>
          <a:bodyPr/>
          <a:lstStyle/>
          <a:p>
            <a:fld id="{80A14CA7-1CFD-4E4E-8F9F-4A59323DAD33}" type="datetimeFigureOut">
              <a:rPr lang="fr-FR" smtClean="0"/>
              <a:t>19/06/2021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8BA5849B-64EE-4801-B2B9-C3CD2F95E1E5}" type="slidenum">
              <a:rPr lang="fr-FR" smtClean="0"/>
              <a:t>‹#›</a:t>
            </a:fld>
            <a:endParaRPr lang="fr-FR"/>
          </a:p>
        </p:txBody>
      </p:sp>
      <p:sp>
        <p:nvSpPr>
          <p:cNvPr id="8" name="Titre 7"/>
          <p:cNvSpPr>
            <a:spLocks noGrp="1"/>
          </p:cNvSpPr>
          <p:nvPr>
            <p:ph type="title"/>
          </p:nvPr>
        </p:nvSpPr>
        <p:spPr/>
        <p:txBody>
          <a:bodyPr rtlCol="0"/>
          <a:lstStyle/>
          <a:p>
            <a:r>
              <a:rPr kumimoji="0" lang="fr-FR"/>
              <a:t>Cliquez pour modifier le style du titre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ison">
    <p:bg>
      <p:bgRef idx="1003">
        <a:schemeClr val="bg1"/>
      </p:bgRef>
    </p:bg>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8229600" cy="1143000"/>
          </a:xfrm>
        </p:spPr>
        <p:txBody>
          <a:bodyPr anchor="ctr"/>
          <a:lstStyle>
            <a:lvl1pPr>
              <a:defRPr/>
            </a:lvl1pPr>
            <a:extLst/>
          </a:lstStyle>
          <a:p>
            <a:r>
              <a:rPr kumimoji="0" lang="fr-FR"/>
              <a:t>Cliquez pour modifier le style du titre</a:t>
            </a:r>
            <a:endParaRPr kumimoji="0" lang="en-US"/>
          </a:p>
        </p:txBody>
      </p:sp>
      <p:sp>
        <p:nvSpPr>
          <p:cNvPr id="3" name="Espace réservé du texte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fr-FR"/>
              <a:t>Cliquez pour modifier les styles du texte du masque</a:t>
            </a:r>
          </a:p>
        </p:txBody>
      </p:sp>
      <p:sp>
        <p:nvSpPr>
          <p:cNvPr id="4" name="Espace réservé du texte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fr-FR"/>
              <a:t>Cliquez pour modifier les styles du texte du masque</a:t>
            </a:r>
          </a:p>
        </p:txBody>
      </p:sp>
      <p:sp>
        <p:nvSpPr>
          <p:cNvPr id="5" name="Espace réservé du contenu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6" name="Espace réservé du contenu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7" name="Espace réservé de la date 6"/>
          <p:cNvSpPr>
            <a:spLocks noGrp="1"/>
          </p:cNvSpPr>
          <p:nvPr>
            <p:ph type="dt" sz="half" idx="10"/>
          </p:nvPr>
        </p:nvSpPr>
        <p:spPr/>
        <p:txBody>
          <a:bodyPr/>
          <a:lstStyle/>
          <a:p>
            <a:fld id="{80A14CA7-1CFD-4E4E-8F9F-4A59323DAD33}" type="datetimeFigureOut">
              <a:rPr lang="fr-FR" smtClean="0"/>
              <a:t>19/06/2021</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8BA5849B-64EE-4801-B2B9-C3CD2F95E1E5}" type="slidenum">
              <a:rPr lang="fr-FR" smtClean="0"/>
              <a:t>‹#›</a:t>
            </a:fld>
            <a:endParaRPr lang="fr-FR"/>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bg>
      <p:bgRef idx="1002">
        <a:schemeClr val="bg1"/>
      </p:bgRef>
    </p:bg>
    <p:spTree>
      <p:nvGrpSpPr>
        <p:cNvPr id="1" name=""/>
        <p:cNvGrpSpPr/>
        <p:nvPr/>
      </p:nvGrpSpPr>
      <p:grpSpPr>
        <a:xfrm>
          <a:off x="0" y="0"/>
          <a:ext cx="0" cy="0"/>
          <a:chOff x="0" y="0"/>
          <a:chExt cx="0" cy="0"/>
        </a:xfrm>
      </p:grpSpPr>
      <p:sp>
        <p:nvSpPr>
          <p:cNvPr id="3" name="Espace réservé de la date 2"/>
          <p:cNvSpPr>
            <a:spLocks noGrp="1"/>
          </p:cNvSpPr>
          <p:nvPr>
            <p:ph type="dt" sz="half" idx="10"/>
          </p:nvPr>
        </p:nvSpPr>
        <p:spPr/>
        <p:txBody>
          <a:bodyPr/>
          <a:lstStyle/>
          <a:p>
            <a:fld id="{80A14CA7-1CFD-4E4E-8F9F-4A59323DAD33}" type="datetimeFigureOut">
              <a:rPr lang="fr-FR" smtClean="0"/>
              <a:t>19/06/2021</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8BA5849B-64EE-4801-B2B9-C3CD2F95E1E5}" type="slidenum">
              <a:rPr lang="fr-FR" smtClean="0"/>
              <a:t>‹#›</a:t>
            </a:fld>
            <a:endParaRPr lang="fr-FR"/>
          </a:p>
        </p:txBody>
      </p:sp>
      <p:sp>
        <p:nvSpPr>
          <p:cNvPr id="6" name="Titre 5"/>
          <p:cNvSpPr>
            <a:spLocks noGrp="1"/>
          </p:cNvSpPr>
          <p:nvPr>
            <p:ph type="title"/>
          </p:nvPr>
        </p:nvSpPr>
        <p:spPr/>
        <p:txBody>
          <a:bodyPr rtlCol="0"/>
          <a:lstStyle/>
          <a:p>
            <a:r>
              <a:rPr kumimoji="0" lang="fr-FR"/>
              <a:t>Cliquez pour modifier le style du titre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80A14CA7-1CFD-4E4E-8F9F-4A59323DAD33}" type="datetimeFigureOut">
              <a:rPr lang="fr-FR" smtClean="0"/>
              <a:t>19/06/2021</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8BA5849B-64EE-4801-B2B9-C3CD2F95E1E5}" type="slidenum">
              <a:rPr lang="fr-FR" smtClean="0"/>
              <a:t>‹#›</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bg>
      <p:bgRef idx="1003">
        <a:schemeClr val="bg1"/>
      </p:bgRef>
    </p:bg>
    <p:spTree>
      <p:nvGrpSpPr>
        <p:cNvPr id="1" name=""/>
        <p:cNvGrpSpPr/>
        <p:nvPr/>
      </p:nvGrpSpPr>
      <p:grpSpPr>
        <a:xfrm>
          <a:off x="0" y="0"/>
          <a:ext cx="0" cy="0"/>
          <a:chOff x="0" y="0"/>
          <a:chExt cx="0" cy="0"/>
        </a:xfrm>
      </p:grpSpPr>
      <p:sp>
        <p:nvSpPr>
          <p:cNvPr id="2" name="Titr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fr-FR"/>
              <a:t>Cliquez pour modifier le style du titre</a:t>
            </a:r>
            <a:endParaRPr kumimoji="0" lang="en-US"/>
          </a:p>
        </p:txBody>
      </p:sp>
      <p:sp>
        <p:nvSpPr>
          <p:cNvPr id="3" name="Espace réservé du texte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fr-FR"/>
              <a:t>Cliquez pour modifier les styles du texte du masque</a:t>
            </a:r>
          </a:p>
        </p:txBody>
      </p:sp>
      <p:sp>
        <p:nvSpPr>
          <p:cNvPr id="4" name="Espace réservé du contenu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5" name="Espace réservé de la date 4"/>
          <p:cNvSpPr>
            <a:spLocks noGrp="1"/>
          </p:cNvSpPr>
          <p:nvPr>
            <p:ph type="dt" sz="half" idx="10"/>
          </p:nvPr>
        </p:nvSpPr>
        <p:spPr>
          <a:xfrm>
            <a:off x="6727032" y="6407944"/>
            <a:ext cx="1920240" cy="365760"/>
          </a:xfrm>
        </p:spPr>
        <p:txBody>
          <a:bodyPr/>
          <a:lstStyle/>
          <a:p>
            <a:fld id="{80A14CA7-1CFD-4E4E-8F9F-4A59323DAD33}" type="datetimeFigureOut">
              <a:rPr lang="fr-FR" smtClean="0"/>
              <a:t>19/06/2021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8BA5849B-64EE-4801-B2B9-C3CD2F95E1E5}" type="slidenum">
              <a:rPr lang="fr-FR" smtClean="0"/>
              <a:t>‹#›</a:t>
            </a:fld>
            <a:endParaRPr lang="fr-FR"/>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bg>
      <p:bgRef idx="1002">
        <a:schemeClr val="bg1"/>
      </p:bgRef>
    </p:bg>
    <p:spTree>
      <p:nvGrpSpPr>
        <p:cNvPr id="1" name=""/>
        <p:cNvGrpSpPr/>
        <p:nvPr/>
      </p:nvGrpSpPr>
      <p:grpSpPr>
        <a:xfrm>
          <a:off x="0" y="0"/>
          <a:ext cx="0" cy="0"/>
          <a:chOff x="0" y="0"/>
          <a:chExt cx="0" cy="0"/>
        </a:xfrm>
      </p:grpSpPr>
      <p:sp>
        <p:nvSpPr>
          <p:cNvPr id="4" name="Espace réservé du texte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fr-FR"/>
              <a:t>Cliquez pour modifier les styles du texte du masque</a:t>
            </a:r>
          </a:p>
        </p:txBody>
      </p:sp>
      <p:sp>
        <p:nvSpPr>
          <p:cNvPr id="3" name="Espace réservé pour une image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fr-FR"/>
              <a:t>Cliquez sur l'icône pour ajouter une image</a:t>
            </a:r>
            <a:endParaRPr kumimoji="0" lang="en-US"/>
          </a:p>
        </p:txBody>
      </p:sp>
      <p:sp>
        <p:nvSpPr>
          <p:cNvPr id="5" name="Espace réservé de la date 4"/>
          <p:cNvSpPr>
            <a:spLocks noGrp="1"/>
          </p:cNvSpPr>
          <p:nvPr>
            <p:ph type="dt" sz="half" idx="10"/>
          </p:nvPr>
        </p:nvSpPr>
        <p:spPr/>
        <p:txBody>
          <a:bodyPr/>
          <a:lstStyle>
            <a:lvl1pPr>
              <a:defRPr>
                <a:solidFill>
                  <a:schemeClr val="tx1"/>
                </a:solidFill>
              </a:defRPr>
            </a:lvl1pPr>
            <a:extLst/>
          </a:lstStyle>
          <a:p>
            <a:fld id="{80A14CA7-1CFD-4E4E-8F9F-4A59323DAD33}" type="datetimeFigureOut">
              <a:rPr lang="fr-FR" smtClean="0"/>
              <a:t>19/06/2021</a:t>
            </a:fld>
            <a:endParaRPr lang="fr-FR"/>
          </a:p>
        </p:txBody>
      </p:sp>
      <p:sp>
        <p:nvSpPr>
          <p:cNvPr id="6" name="Espace réservé du pied de page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fr-FR"/>
          </a:p>
        </p:txBody>
      </p:sp>
      <p:sp>
        <p:nvSpPr>
          <p:cNvPr id="7" name="Espace réservé du numéro de diapositive 6"/>
          <p:cNvSpPr>
            <a:spLocks noGrp="1"/>
          </p:cNvSpPr>
          <p:nvPr>
            <p:ph type="sldNum" sz="quarter" idx="12"/>
          </p:nvPr>
        </p:nvSpPr>
        <p:spPr/>
        <p:txBody>
          <a:bodyPr/>
          <a:lstStyle>
            <a:lvl1pPr>
              <a:defRPr>
                <a:solidFill>
                  <a:schemeClr val="tx1"/>
                </a:solidFill>
              </a:defRPr>
            </a:lvl1pPr>
            <a:extLst/>
          </a:lstStyle>
          <a:p>
            <a:fld id="{8BA5849B-64EE-4801-B2B9-C3CD2F95E1E5}" type="slidenum">
              <a:rPr lang="fr-FR" smtClean="0"/>
              <a:t>‹#›</a:t>
            </a:fld>
            <a:endParaRPr lang="fr-FR"/>
          </a:p>
        </p:txBody>
      </p:sp>
      <p:sp>
        <p:nvSpPr>
          <p:cNvPr id="2" name="Titr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fr-FR"/>
              <a:t>Cliquez pour modifier le style du titre</a:t>
            </a:r>
            <a:endParaRPr kumimoji="0" lang="en-US"/>
          </a:p>
        </p:txBody>
      </p:sp>
      <p:sp>
        <p:nvSpPr>
          <p:cNvPr id="8" name="Forme libre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orme libre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Triangle rect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Connecteur droit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Cliquez pour modifier le style du titre</a:t>
            </a:r>
            <a:endParaRPr kumimoji="0" lang="en-US"/>
          </a:p>
        </p:txBody>
      </p:sp>
      <p:sp>
        <p:nvSpPr>
          <p:cNvPr id="3" name="Espace réservé du texte vertical 2"/>
          <p:cNvSpPr>
            <a:spLocks noGrp="1"/>
          </p:cNvSpPr>
          <p:nvPr>
            <p:ph type="body" orient="vert" idx="1"/>
          </p:nvPr>
        </p:nvSpPr>
        <p:spPr>
          <a:xfrm>
            <a:off x="457200" y="1481329"/>
            <a:ext cx="8229600" cy="4386071"/>
          </a:xfrm>
        </p:spPr>
        <p:txBody>
          <a:bodyPr vert="eaVer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80A14CA7-1CFD-4E4E-8F9F-4A59323DAD33}" type="datetimeFigureOut">
              <a:rPr lang="fr-FR" smtClean="0"/>
              <a:t>19/06/2021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BA5849B-64EE-4801-B2B9-C3CD2F95E1E5}" type="slidenum">
              <a:rPr lang="fr-FR" smtClean="0"/>
              <a:t>‹#›</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844013" y="274640"/>
            <a:ext cx="1777470" cy="5592761"/>
          </a:xfrm>
        </p:spPr>
        <p:txBody>
          <a:bodyPr vert="eaVert"/>
          <a:lstStyle/>
          <a:p>
            <a:r>
              <a:rPr kumimoji="0" lang="fr-FR"/>
              <a:t>Cliquez pour modifier le style du titre</a:t>
            </a:r>
            <a:endParaRPr kumimoji="0" lang="en-US"/>
          </a:p>
        </p:txBody>
      </p:sp>
      <p:sp>
        <p:nvSpPr>
          <p:cNvPr id="3" name="Espace réservé du texte vertical 2"/>
          <p:cNvSpPr>
            <a:spLocks noGrp="1"/>
          </p:cNvSpPr>
          <p:nvPr>
            <p:ph type="body" orient="vert" idx="1"/>
          </p:nvPr>
        </p:nvSpPr>
        <p:spPr>
          <a:xfrm>
            <a:off x="457200" y="274641"/>
            <a:ext cx="6324600" cy="5592760"/>
          </a:xfrm>
        </p:spPr>
        <p:txBody>
          <a:bodyPr vert="eaVer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80A14CA7-1CFD-4E4E-8F9F-4A59323DAD33}" type="datetimeFigureOut">
              <a:rPr lang="fr-FR" smtClean="0"/>
              <a:t>19/06/2021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BA5849B-64EE-4801-B2B9-C3CD2F95E1E5}" type="slidenum">
              <a:rPr lang="fr-FR" smtClean="0"/>
              <a:t>‹#›</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orme libre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orme libre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Triangle rect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Connecteur droit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Espace réservé du titre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fr-FR"/>
              <a:t>Cliquez pour modifier le style du titre</a:t>
            </a:r>
            <a:endParaRPr kumimoji="0" lang="en-US"/>
          </a:p>
        </p:txBody>
      </p:sp>
      <p:sp>
        <p:nvSpPr>
          <p:cNvPr id="30" name="Espace réservé du texte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fr-FR"/>
              <a:t>Cliquez pour modifier les styles du texte du masque</a:t>
            </a:r>
          </a:p>
          <a:p>
            <a:pPr lvl="1" eaLnBrk="1" latinLnBrk="0" hangingPunct="1"/>
            <a:r>
              <a:rPr kumimoji="0" lang="fr-FR"/>
              <a:t>Deuxième niveau</a:t>
            </a:r>
          </a:p>
          <a:p>
            <a:pPr lvl="2" eaLnBrk="1" latinLnBrk="0" hangingPunct="1"/>
            <a:r>
              <a:rPr kumimoji="0" lang="fr-FR"/>
              <a:t>Troisième niveau</a:t>
            </a:r>
          </a:p>
          <a:p>
            <a:pPr lvl="3" eaLnBrk="1" latinLnBrk="0" hangingPunct="1"/>
            <a:r>
              <a:rPr kumimoji="0" lang="fr-FR"/>
              <a:t>Quatrième niveau</a:t>
            </a:r>
          </a:p>
          <a:p>
            <a:pPr lvl="4" eaLnBrk="1" latinLnBrk="0" hangingPunct="1"/>
            <a:r>
              <a:rPr kumimoji="0" lang="fr-FR"/>
              <a:t>Cinquième niveau</a:t>
            </a:r>
            <a:endParaRPr kumimoji="0" lang="en-US"/>
          </a:p>
        </p:txBody>
      </p:sp>
      <p:sp>
        <p:nvSpPr>
          <p:cNvPr id="10" name="Espace réservé de la date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80A14CA7-1CFD-4E4E-8F9F-4A59323DAD33}" type="datetimeFigureOut">
              <a:rPr lang="fr-FR" smtClean="0"/>
              <a:t>19/06/2021</a:t>
            </a:fld>
            <a:endParaRPr lang="fr-FR"/>
          </a:p>
        </p:txBody>
      </p:sp>
      <p:sp>
        <p:nvSpPr>
          <p:cNvPr id="22" name="Espace réservé du pied de page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fr-FR"/>
          </a:p>
        </p:txBody>
      </p:sp>
      <p:sp>
        <p:nvSpPr>
          <p:cNvPr id="18" name="Espace réservé du numéro de diapositive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8BA5849B-64EE-4801-B2B9-C3CD2F95E1E5}" type="slidenum">
              <a:rPr lang="fr-FR" smtClean="0"/>
              <a:t>‹#›</a:t>
            </a:fld>
            <a:endParaRPr lang="fr-FR"/>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vert="horz" lIns="91440" tIns="45720" rIns="91440" bIns="45720" anchor="b">
            <a:normAutofit/>
            <a:scene3d>
              <a:camera prst="orthographicFront"/>
              <a:lightRig rig="soft" dir="t"/>
            </a:scene3d>
            <a:sp3d prstMaterial="softEdge">
              <a:bevelT w="25400" h="25400"/>
            </a:sp3d>
          </a:bodyPr>
          <a:lstStyle/>
          <a:p>
            <a:r>
              <a:rPr lang="fr-FR" err="1"/>
              <a:t>Github</a:t>
            </a:r>
            <a:r>
              <a:rPr lang="fr-FR"/>
              <a:t> Actions</a:t>
            </a:r>
            <a:br>
              <a:rPr lang="fr-FR"/>
            </a:br>
            <a:endParaRPr lang="fr-FR">
              <a:cs typeface="Lucida Sans Unicode"/>
            </a:endParaRPr>
          </a:p>
        </p:txBody>
      </p:sp>
      <p:sp>
        <p:nvSpPr>
          <p:cNvPr id="3" name="Sous-titre 2"/>
          <p:cNvSpPr>
            <a:spLocks noGrp="1"/>
          </p:cNvSpPr>
          <p:nvPr>
            <p:ph type="subTitle" idx="1"/>
          </p:nvPr>
        </p:nvSpPr>
        <p:spPr/>
        <p:txBody>
          <a:bodyPr>
            <a:normAutofit/>
          </a:bodyPr>
          <a:lstStyle/>
          <a:p>
            <a:r>
              <a:rPr lang="fr-FR" err="1"/>
              <a:t>Maher</a:t>
            </a:r>
            <a:r>
              <a:rPr lang="fr-FR"/>
              <a:t> JAOUADI </a:t>
            </a:r>
          </a:p>
          <a:p>
            <a:r>
              <a:rPr lang="fr-FR"/>
              <a:t>Juin 2021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lstStyle/>
          <a:p>
            <a:r>
              <a:rPr lang="fr-FR" b="1"/>
              <a:t>Qu’est ce que </a:t>
            </a:r>
            <a:r>
              <a:rPr lang="fr-FR" b="1" err="1"/>
              <a:t>Github</a:t>
            </a:r>
            <a:r>
              <a:rPr lang="fr-FR" b="1"/>
              <a:t> Actions?</a:t>
            </a:r>
            <a:endParaRPr lang="fr-FR"/>
          </a:p>
          <a:p>
            <a:r>
              <a:rPr lang="fr-FR" b="1"/>
              <a:t>Pourquoi </a:t>
            </a:r>
            <a:r>
              <a:rPr lang="fr-FR" b="1" err="1"/>
              <a:t>GitHub</a:t>
            </a:r>
            <a:r>
              <a:rPr lang="fr-FR" b="1"/>
              <a:t> Actions?</a:t>
            </a:r>
          </a:p>
          <a:p>
            <a:r>
              <a:rPr lang="fr-FR" b="1" err="1"/>
              <a:t>GitHub</a:t>
            </a:r>
            <a:r>
              <a:rPr lang="fr-FR" b="1"/>
              <a:t> Actions, un serveur CI/CD embarqué</a:t>
            </a:r>
          </a:p>
          <a:p>
            <a:r>
              <a:rPr lang="fr-FR" b="1"/>
              <a:t>Fonctionnement de </a:t>
            </a:r>
            <a:r>
              <a:rPr lang="fr-FR" b="1" err="1"/>
              <a:t>GitHub</a:t>
            </a:r>
            <a:r>
              <a:rPr lang="fr-FR" b="1"/>
              <a:t> Actions</a:t>
            </a:r>
            <a:endParaRPr lang="fr-FR"/>
          </a:p>
        </p:txBody>
      </p:sp>
      <p:sp>
        <p:nvSpPr>
          <p:cNvPr id="2" name="Titre 1"/>
          <p:cNvSpPr>
            <a:spLocks noGrp="1"/>
          </p:cNvSpPr>
          <p:nvPr>
            <p:ph type="title"/>
          </p:nvPr>
        </p:nvSpPr>
        <p:spPr/>
        <p:txBody>
          <a:bodyPr/>
          <a:lstStyle/>
          <a:p>
            <a:r>
              <a:rPr lang="fr-FR"/>
              <a:t>plan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normAutofit fontScale="92500"/>
          </a:bodyPr>
          <a:lstStyle/>
          <a:p>
            <a:r>
              <a:rPr lang="fr-FR" err="1"/>
              <a:t>GitHub</a:t>
            </a:r>
            <a:r>
              <a:rPr lang="fr-FR"/>
              <a:t> Actions est le nouveau serveur de </a:t>
            </a:r>
            <a:r>
              <a:rPr lang="fr-FR" err="1">
                <a:solidFill>
                  <a:srgbClr val="FF0000"/>
                </a:solidFill>
              </a:rPr>
              <a:t>build</a:t>
            </a:r>
            <a:r>
              <a:rPr lang="fr-FR"/>
              <a:t> de </a:t>
            </a:r>
            <a:r>
              <a:rPr lang="fr-FR" err="1"/>
              <a:t>GitHub</a:t>
            </a:r>
            <a:r>
              <a:rPr lang="fr-FR"/>
              <a:t>, à l’image du pipeline </a:t>
            </a:r>
            <a:r>
              <a:rPr lang="fr-FR" err="1"/>
              <a:t>gitlab</a:t>
            </a:r>
            <a:r>
              <a:rPr lang="fr-FR"/>
              <a:t>-ci de </a:t>
            </a:r>
            <a:r>
              <a:rPr lang="fr-FR" err="1"/>
              <a:t>Gitlab</a:t>
            </a:r>
            <a:r>
              <a:rPr lang="fr-FR"/>
              <a:t>. Il permet d’automatiser votre flux de travail directement à partir de votre référentiel </a:t>
            </a:r>
            <a:r>
              <a:rPr lang="fr-FR" err="1"/>
              <a:t>GitHub</a:t>
            </a:r>
            <a:r>
              <a:rPr lang="fr-FR"/>
              <a:t>, sans avoir à configurer et à gérer un serveur tiers comme </a:t>
            </a:r>
            <a:r>
              <a:rPr lang="fr-FR" err="1"/>
              <a:t>jenkins</a:t>
            </a:r>
            <a:r>
              <a:rPr lang="fr-FR"/>
              <a:t>, </a:t>
            </a:r>
            <a:r>
              <a:rPr lang="fr-FR" err="1"/>
              <a:t>Bamboo</a:t>
            </a:r>
            <a:r>
              <a:rPr lang="fr-FR"/>
              <a:t>, </a:t>
            </a:r>
            <a:r>
              <a:rPr lang="fr-FR" err="1"/>
              <a:t>CircleCI</a:t>
            </a:r>
            <a:r>
              <a:rPr lang="fr-FR"/>
              <a:t>.</a:t>
            </a:r>
          </a:p>
          <a:p>
            <a:r>
              <a:rPr lang="fr-FR"/>
              <a:t>Par exemple, on peut définir une action qui nous permet de construire notre projet et de dérouler un ensemble de tests unitaires, d’intégration et de sécurité que l’on utilisera ensuite dans un </a:t>
            </a:r>
            <a:r>
              <a:rPr lang="fr-FR" err="1"/>
              <a:t>workflows</a:t>
            </a:r>
            <a:r>
              <a:rPr lang="fr-FR"/>
              <a:t> qui sera lancé à chaque pull </a:t>
            </a:r>
            <a:r>
              <a:rPr lang="fr-FR" err="1"/>
              <a:t>request</a:t>
            </a:r>
            <a:r>
              <a:rPr lang="fr-FR"/>
              <a:t>. </a:t>
            </a:r>
          </a:p>
          <a:p>
            <a:endParaRPr lang="fr-FR"/>
          </a:p>
        </p:txBody>
      </p:sp>
      <p:sp>
        <p:nvSpPr>
          <p:cNvPr id="2" name="Titre 1"/>
          <p:cNvSpPr>
            <a:spLocks noGrp="1"/>
          </p:cNvSpPr>
          <p:nvPr>
            <p:ph type="title"/>
          </p:nvPr>
        </p:nvSpPr>
        <p:spPr/>
        <p:txBody>
          <a:bodyPr>
            <a:normAutofit/>
          </a:bodyPr>
          <a:lstStyle/>
          <a:p>
            <a:r>
              <a:rPr lang="fr-FR" b="1"/>
              <a:t>Qu’est ce que </a:t>
            </a:r>
            <a:r>
              <a:rPr lang="fr-FR" b="1" err="1"/>
              <a:t>Github</a:t>
            </a:r>
            <a:r>
              <a:rPr lang="fr-FR" b="1"/>
              <a:t> Actions?</a:t>
            </a:r>
            <a:endParaRPr lang="fr-F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lstStyle/>
          <a:p>
            <a:r>
              <a:rPr lang="fr-FR"/>
              <a:t>De même on peut ajouter une autre action au niveau du </a:t>
            </a:r>
            <a:r>
              <a:rPr lang="fr-FR" err="1"/>
              <a:t>workflow</a:t>
            </a:r>
            <a:r>
              <a:rPr lang="fr-FR"/>
              <a:t> qui permet de publier les résultats précédents sur la file de discussion en y appliquant des labels (Bug, non-</a:t>
            </a:r>
            <a:r>
              <a:rPr lang="fr-FR" err="1"/>
              <a:t>secure</a:t>
            </a:r>
            <a:r>
              <a:rPr lang="fr-FR"/>
              <a:t>, code-sale etc.). On peut aussi créer des actions qui réalisent nos demandes et les réutilisent au niveau de nos </a:t>
            </a:r>
            <a:r>
              <a:rPr lang="fr-FR" err="1"/>
              <a:t>workflows</a:t>
            </a:r>
            <a:r>
              <a:rPr lang="fr-FR"/>
              <a:t>.</a:t>
            </a:r>
          </a:p>
          <a:p>
            <a:endParaRPr lang="fr-FR"/>
          </a:p>
        </p:txBody>
      </p:sp>
      <p:sp>
        <p:nvSpPr>
          <p:cNvPr id="2" name="Titre 1"/>
          <p:cNvSpPr>
            <a:spLocks noGrp="1"/>
          </p:cNvSpPr>
          <p:nvPr>
            <p:ph type="title"/>
          </p:nvPr>
        </p:nvSpPr>
        <p:spPr/>
        <p:txBody>
          <a:bodyPr>
            <a:normAutofit/>
          </a:bodyPr>
          <a:lstStyle/>
          <a:p>
            <a:r>
              <a:rPr lang="fr-FR" b="1"/>
              <a:t>Qu’est ce que </a:t>
            </a:r>
            <a:r>
              <a:rPr lang="fr-FR" b="1" err="1"/>
              <a:t>Github</a:t>
            </a:r>
            <a:r>
              <a:rPr lang="fr-FR" b="1"/>
              <a:t> Actions?</a:t>
            </a:r>
            <a:endParaRPr lang="fr-F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normAutofit/>
          </a:bodyPr>
          <a:lstStyle/>
          <a:p>
            <a:r>
              <a:rPr lang="fr-FR"/>
              <a:t>L’automatisation du flux de travail est aujourd’hui une nécessité dans le monde du développement logiciel. Le succès de la philosophie </a:t>
            </a:r>
            <a:r>
              <a:rPr lang="fr-FR" b="1" err="1"/>
              <a:t>DevOps</a:t>
            </a:r>
            <a:r>
              <a:rPr lang="fr-FR"/>
              <a:t>, en est la preuve. </a:t>
            </a:r>
          </a:p>
          <a:p>
            <a:r>
              <a:rPr lang="fr-FR"/>
              <a:t>Il apporte une culture d’automatisation en définissant un ensemble de bonnes pratiques permettant d’automatiser certaines tâches redondantes.</a:t>
            </a:r>
          </a:p>
        </p:txBody>
      </p:sp>
      <p:sp>
        <p:nvSpPr>
          <p:cNvPr id="2" name="Titre 1"/>
          <p:cNvSpPr>
            <a:spLocks noGrp="1"/>
          </p:cNvSpPr>
          <p:nvPr>
            <p:ph type="title"/>
          </p:nvPr>
        </p:nvSpPr>
        <p:spPr/>
        <p:txBody>
          <a:bodyPr/>
          <a:lstStyle/>
          <a:p>
            <a:r>
              <a:rPr lang="fr-FR" b="1"/>
              <a:t>Pourquoi </a:t>
            </a:r>
            <a:r>
              <a:rPr lang="fr-FR" b="1" err="1"/>
              <a:t>GitHub</a:t>
            </a:r>
            <a:r>
              <a:rPr lang="fr-FR" b="1"/>
              <a:t> Actions?</a:t>
            </a:r>
            <a:endParaRPr lang="fr-F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normAutofit/>
          </a:bodyPr>
          <a:lstStyle/>
          <a:p>
            <a:r>
              <a:rPr lang="fr-FR"/>
              <a:t> Ces taches étaient autrefois manuelles, sources d’erreurs et de pertes de vélocité dans la livraison des produits, comme fut les phases d’intégration et de déploiement. </a:t>
            </a:r>
          </a:p>
          <a:p>
            <a:r>
              <a:rPr lang="fr-FR"/>
              <a:t>C’est pourquoi, la quasi totalité des équipes de développement utilise aujourd’hui des serveurs CI/CD afin d’intégrer des processus d’intégration et de déploiement continu (CI/CD) dans le cycle de vie de leurs logiciels.</a:t>
            </a:r>
          </a:p>
        </p:txBody>
      </p:sp>
      <p:sp>
        <p:nvSpPr>
          <p:cNvPr id="2" name="Titre 1"/>
          <p:cNvSpPr>
            <a:spLocks noGrp="1"/>
          </p:cNvSpPr>
          <p:nvPr>
            <p:ph type="title"/>
          </p:nvPr>
        </p:nvSpPr>
        <p:spPr/>
        <p:txBody>
          <a:bodyPr/>
          <a:lstStyle/>
          <a:p>
            <a:r>
              <a:rPr lang="fr-FR" b="1"/>
              <a:t>Pourquoi </a:t>
            </a:r>
            <a:r>
              <a:rPr lang="fr-FR" b="1" err="1"/>
              <a:t>GitHub</a:t>
            </a:r>
            <a:r>
              <a:rPr lang="fr-FR" b="1"/>
              <a:t> Actions?</a:t>
            </a:r>
            <a:endParaRPr lang="fr-F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normAutofit/>
          </a:bodyPr>
          <a:lstStyle/>
          <a:p>
            <a:r>
              <a:rPr lang="fr-FR"/>
              <a:t>C’est pourquoi </a:t>
            </a:r>
            <a:r>
              <a:rPr lang="fr-FR" err="1"/>
              <a:t>GitHub</a:t>
            </a:r>
            <a:r>
              <a:rPr lang="fr-FR"/>
              <a:t>, le gestionnaire de code source le plus populaire, regroupant la plus forte communauté open source dans le monde, vient de lancer la version beta de son propre serveur CI/CD appelé </a:t>
            </a:r>
            <a:r>
              <a:rPr lang="fr-FR" b="1"/>
              <a:t>“</a:t>
            </a:r>
            <a:r>
              <a:rPr lang="fr-FR" b="1" err="1"/>
              <a:t>Github</a:t>
            </a:r>
            <a:r>
              <a:rPr lang="fr-FR" b="1"/>
              <a:t> Actions”</a:t>
            </a:r>
            <a:r>
              <a:rPr lang="fr-FR"/>
              <a:t> qui permet à ses utilisateurs de construire, tester et déployer leur code directement à partir de </a:t>
            </a:r>
            <a:r>
              <a:rPr lang="fr-FR" err="1"/>
              <a:t>GitHub</a:t>
            </a:r>
            <a:r>
              <a:rPr lang="fr-FR"/>
              <a:t>. </a:t>
            </a:r>
          </a:p>
          <a:p>
            <a:endParaRPr lang="fr-FR"/>
          </a:p>
        </p:txBody>
      </p:sp>
      <p:sp>
        <p:nvSpPr>
          <p:cNvPr id="2" name="Titre 1"/>
          <p:cNvSpPr>
            <a:spLocks noGrp="1"/>
          </p:cNvSpPr>
          <p:nvPr>
            <p:ph type="title"/>
          </p:nvPr>
        </p:nvSpPr>
        <p:spPr/>
        <p:txBody>
          <a:bodyPr/>
          <a:lstStyle/>
          <a:p>
            <a:r>
              <a:rPr lang="fr-FR" b="1"/>
              <a:t>Pourquoi </a:t>
            </a:r>
            <a:r>
              <a:rPr lang="fr-FR" b="1" err="1"/>
              <a:t>GitHub</a:t>
            </a:r>
            <a:r>
              <a:rPr lang="fr-FR" b="1"/>
              <a:t> Actions?</a:t>
            </a:r>
            <a:endParaRPr lang="fr-F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lstStyle/>
          <a:p>
            <a:r>
              <a:rPr lang="fr-FR"/>
              <a:t>On offre ainsi la possibilité de créer des fonctionnalités d’intégration continue (CI) et de déploiement continu (CD) de bout en bout directement à partir d’un référentiel </a:t>
            </a:r>
            <a:r>
              <a:rPr lang="fr-FR" err="1"/>
              <a:t>GitHub</a:t>
            </a:r>
            <a:r>
              <a:rPr lang="fr-FR"/>
              <a:t>, sans faire recours à un serveur tiers comme Jenkins, </a:t>
            </a:r>
            <a:r>
              <a:rPr lang="fr-FR" err="1"/>
              <a:t>Bamboo</a:t>
            </a:r>
            <a:r>
              <a:rPr lang="fr-FR"/>
              <a:t>, </a:t>
            </a:r>
            <a:r>
              <a:rPr lang="fr-FR" err="1"/>
              <a:t>CircleCI</a:t>
            </a:r>
            <a:r>
              <a:rPr lang="fr-FR"/>
              <a:t> ou autres.</a:t>
            </a:r>
          </a:p>
        </p:txBody>
      </p:sp>
      <p:sp>
        <p:nvSpPr>
          <p:cNvPr id="2" name="Titre 1"/>
          <p:cNvSpPr>
            <a:spLocks noGrp="1"/>
          </p:cNvSpPr>
          <p:nvPr>
            <p:ph type="title"/>
          </p:nvPr>
        </p:nvSpPr>
        <p:spPr/>
        <p:txBody>
          <a:bodyPr/>
          <a:lstStyle/>
          <a:p>
            <a:r>
              <a:rPr lang="fr-FR" b="1"/>
              <a:t>Pourquoi </a:t>
            </a:r>
            <a:r>
              <a:rPr lang="fr-FR" b="1" err="1"/>
              <a:t>GitHub</a:t>
            </a:r>
            <a:r>
              <a:rPr lang="fr-FR" b="1"/>
              <a:t> Actions?</a:t>
            </a:r>
            <a:endParaRPr lang="fr-F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normAutofit/>
          </a:bodyPr>
          <a:lstStyle/>
          <a:p>
            <a:r>
              <a:rPr lang="fr-FR"/>
              <a:t>Il y’a deux façons d’implémenter des fonctionnalités CI/CD. On peut soit utiliser un serveur CI/CD tiers comme Jenkins, soit utiliser des serveurs CI/CD embarqués par votre propre serveur de </a:t>
            </a:r>
            <a:r>
              <a:rPr lang="fr-FR" err="1"/>
              <a:t>versionning</a:t>
            </a:r>
            <a:r>
              <a:rPr lang="fr-FR"/>
              <a:t>.</a:t>
            </a:r>
          </a:p>
          <a:p>
            <a:r>
              <a:rPr lang="fr-FR"/>
              <a:t>Serveur CI/CD tiers</a:t>
            </a:r>
          </a:p>
          <a:p>
            <a:r>
              <a:rPr lang="fr-FR"/>
              <a:t>Cette approche, bien qu’elle soit celle qui offre le plus de flexibilité et de portabilité, elle est celle qui demande le plus de ressources et de compétences techniques. </a:t>
            </a:r>
          </a:p>
        </p:txBody>
      </p:sp>
      <p:sp>
        <p:nvSpPr>
          <p:cNvPr id="2" name="Titre 1"/>
          <p:cNvSpPr>
            <a:spLocks noGrp="1"/>
          </p:cNvSpPr>
          <p:nvPr>
            <p:ph type="title"/>
          </p:nvPr>
        </p:nvSpPr>
        <p:spPr/>
        <p:txBody>
          <a:bodyPr>
            <a:normAutofit fontScale="90000"/>
          </a:bodyPr>
          <a:lstStyle/>
          <a:p>
            <a:r>
              <a:rPr lang="fr-FR" b="1" err="1"/>
              <a:t>GitHub</a:t>
            </a:r>
            <a:r>
              <a:rPr lang="fr-FR" b="1"/>
              <a:t> Actions, un serveur CI/CD embarqué</a:t>
            </a:r>
            <a:endParaRPr lang="fr-F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lstStyle/>
          <a:p>
            <a:r>
              <a:rPr lang="fr-FR"/>
              <a:t>En effet, elle nécessite une bonne maîtrise du serveur CI/CD à utiliser et vous oblige à provisionner vous même l’environnement d’exécution du serveur CI/CD, la configurer et la maintenir. </a:t>
            </a:r>
          </a:p>
          <a:p>
            <a:r>
              <a:rPr lang="fr-FR"/>
              <a:t>Exemple: Jenkins, </a:t>
            </a:r>
            <a:r>
              <a:rPr lang="fr-FR" err="1"/>
              <a:t>Bamboo</a:t>
            </a:r>
            <a:r>
              <a:rPr lang="fr-FR"/>
              <a:t>, </a:t>
            </a:r>
            <a:r>
              <a:rPr lang="fr-FR" err="1"/>
              <a:t>CircleCI</a:t>
            </a:r>
            <a:r>
              <a:rPr lang="fr-FR"/>
              <a:t>, </a:t>
            </a:r>
            <a:r>
              <a:rPr lang="fr-FR" err="1"/>
              <a:t>Aws</a:t>
            </a:r>
            <a:r>
              <a:rPr lang="fr-FR"/>
              <a:t> </a:t>
            </a:r>
            <a:r>
              <a:rPr lang="fr-FR" err="1"/>
              <a:t>codeDeploy</a:t>
            </a:r>
            <a:r>
              <a:rPr lang="fr-FR"/>
              <a:t> etc.</a:t>
            </a:r>
          </a:p>
          <a:p>
            <a:endParaRPr lang="fr-FR"/>
          </a:p>
        </p:txBody>
      </p:sp>
      <p:sp>
        <p:nvSpPr>
          <p:cNvPr id="2" name="Titre 1"/>
          <p:cNvSpPr>
            <a:spLocks noGrp="1"/>
          </p:cNvSpPr>
          <p:nvPr>
            <p:ph type="title"/>
          </p:nvPr>
        </p:nvSpPr>
        <p:spPr/>
        <p:txBody>
          <a:bodyPr>
            <a:normAutofit fontScale="90000"/>
          </a:bodyPr>
          <a:lstStyle/>
          <a:p>
            <a:r>
              <a:rPr lang="fr-FR" b="1" err="1"/>
              <a:t>GitHub</a:t>
            </a:r>
            <a:r>
              <a:rPr lang="fr-FR" b="1"/>
              <a:t> Actions, un serveur CI/CD embarqué</a:t>
            </a:r>
            <a:endParaRPr lang="fr-F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normAutofit/>
          </a:bodyPr>
          <a:lstStyle/>
          <a:p>
            <a:r>
              <a:rPr lang="fr-FR"/>
              <a:t>Serveur CI/CD embarqué </a:t>
            </a:r>
          </a:p>
          <a:p>
            <a:r>
              <a:rPr lang="fr-FR"/>
              <a:t>Cette approche vous libère des tâches de gestion et de maintenance de l’environnement d’exécution et du serveur CI/CD. Elle est de loin la plus facile à utiliser et celle qui requiert le moins de compétences techniques.  </a:t>
            </a:r>
          </a:p>
          <a:p>
            <a:endParaRPr lang="fr-FR"/>
          </a:p>
          <a:p>
            <a:endParaRPr lang="fr-FR"/>
          </a:p>
        </p:txBody>
      </p:sp>
      <p:sp>
        <p:nvSpPr>
          <p:cNvPr id="2" name="Titre 1"/>
          <p:cNvSpPr>
            <a:spLocks noGrp="1"/>
          </p:cNvSpPr>
          <p:nvPr>
            <p:ph type="title"/>
          </p:nvPr>
        </p:nvSpPr>
        <p:spPr/>
        <p:txBody>
          <a:bodyPr>
            <a:normAutofit fontScale="90000"/>
          </a:bodyPr>
          <a:lstStyle/>
          <a:p>
            <a:r>
              <a:rPr lang="fr-FR" b="1" err="1"/>
              <a:t>GitHub</a:t>
            </a:r>
            <a:r>
              <a:rPr lang="fr-FR" b="1"/>
              <a:t> Actions, un serveur CI/CD embarqué</a:t>
            </a:r>
            <a:endParaRPr lang="fr-F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lstStyle/>
          <a:p>
            <a:r>
              <a:rPr lang="fr-FR"/>
              <a:t>Vous pouvez facilement définir vos pipelines et les dérouler en un temps record sans faire recours à un outil autre que votre propre serveur de </a:t>
            </a:r>
            <a:r>
              <a:rPr lang="fr-FR" err="1"/>
              <a:t>versionning</a:t>
            </a:r>
            <a:r>
              <a:rPr lang="fr-FR"/>
              <a:t>.</a:t>
            </a:r>
          </a:p>
          <a:p>
            <a:r>
              <a:rPr lang="fr-FR"/>
              <a:t>Néanmoins elle est contraignante et moins portable du fait que chaque serveur CI/CD soit intrinsèquement lié au serveur de </a:t>
            </a:r>
            <a:r>
              <a:rPr lang="fr-FR" err="1"/>
              <a:t>versionning</a:t>
            </a:r>
            <a:r>
              <a:rPr lang="fr-FR"/>
              <a:t> qui l’embarque.</a:t>
            </a:r>
          </a:p>
          <a:p>
            <a:endParaRPr lang="fr-FR"/>
          </a:p>
        </p:txBody>
      </p:sp>
      <p:sp>
        <p:nvSpPr>
          <p:cNvPr id="2" name="Titre 1"/>
          <p:cNvSpPr>
            <a:spLocks noGrp="1"/>
          </p:cNvSpPr>
          <p:nvPr>
            <p:ph type="title"/>
          </p:nvPr>
        </p:nvSpPr>
        <p:spPr/>
        <p:txBody>
          <a:bodyPr>
            <a:normAutofit fontScale="90000"/>
          </a:bodyPr>
          <a:lstStyle/>
          <a:p>
            <a:r>
              <a:rPr lang="fr-FR" b="1" err="1"/>
              <a:t>GitHub</a:t>
            </a:r>
            <a:r>
              <a:rPr lang="fr-FR" b="1"/>
              <a:t> Actions, un serveur CI/CD embarqué</a:t>
            </a:r>
            <a:endParaRPr lang="fr-F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normAutofit/>
          </a:bodyPr>
          <a:lstStyle/>
          <a:p>
            <a:r>
              <a:rPr lang="fr-FR"/>
              <a:t>Avec </a:t>
            </a:r>
            <a:r>
              <a:rPr lang="fr-FR" err="1"/>
              <a:t>GitHub</a:t>
            </a:r>
            <a:r>
              <a:rPr lang="fr-FR"/>
              <a:t> Actions, vous pouvez facilement créer des flux de travail à l’aide d’actions que vous définissez dans votre référentiel d’actions se trouvant dans un référentiel public de </a:t>
            </a:r>
            <a:r>
              <a:rPr lang="fr-FR" err="1"/>
              <a:t>GitHub</a:t>
            </a:r>
            <a:r>
              <a:rPr lang="fr-FR"/>
              <a:t> ou d’une image Docker. Et de plus, vous pouvez automatiser ces </a:t>
            </a:r>
            <a:r>
              <a:rPr lang="fr-FR" err="1"/>
              <a:t>workflows</a:t>
            </a:r>
            <a:r>
              <a:rPr lang="fr-FR"/>
              <a:t> grâce aux événements de votre gestionnaire de code source </a:t>
            </a:r>
            <a:r>
              <a:rPr lang="fr-FR" err="1"/>
              <a:t>GitHub</a:t>
            </a:r>
            <a:r>
              <a:rPr lang="fr-FR"/>
              <a:t> tels que le push, la création d’un Pull </a:t>
            </a:r>
            <a:r>
              <a:rPr lang="fr-FR" err="1"/>
              <a:t>Request</a:t>
            </a:r>
            <a:r>
              <a:rPr lang="fr-FR"/>
              <a:t>, Issue, Release, Tag.</a:t>
            </a:r>
          </a:p>
          <a:p>
            <a:endParaRPr lang="fr-FR"/>
          </a:p>
        </p:txBody>
      </p:sp>
      <p:sp>
        <p:nvSpPr>
          <p:cNvPr id="2" name="Titre 1"/>
          <p:cNvSpPr>
            <a:spLocks noGrp="1"/>
          </p:cNvSpPr>
          <p:nvPr>
            <p:ph type="title"/>
          </p:nvPr>
        </p:nvSpPr>
        <p:spPr/>
        <p:txBody>
          <a:bodyPr>
            <a:normAutofit fontScale="90000"/>
          </a:bodyPr>
          <a:lstStyle/>
          <a:p>
            <a:r>
              <a:rPr lang="fr-FR" b="1"/>
              <a:t>Fonctionnement de </a:t>
            </a:r>
            <a:r>
              <a:rPr lang="fr-FR" b="1" err="1"/>
              <a:t>GitHub</a:t>
            </a:r>
            <a:r>
              <a:rPr lang="fr-FR" b="1"/>
              <a:t> Actions</a:t>
            </a:r>
            <a:endParaRPr lang="fr-F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normAutofit fontScale="92500" lnSpcReduction="20000"/>
          </a:bodyPr>
          <a:lstStyle/>
          <a:p>
            <a:r>
              <a:rPr lang="fr-FR"/>
              <a:t>Les actions sont des tâches individuelles que vous pouvez combiner pour créer vos propres </a:t>
            </a:r>
            <a:r>
              <a:rPr lang="fr-FR" err="1"/>
              <a:t>workflows</a:t>
            </a:r>
            <a:r>
              <a:rPr lang="fr-FR"/>
              <a:t>. A titre d’exemple, vous pouvez créer une action qui:</a:t>
            </a:r>
          </a:p>
          <a:p>
            <a:r>
              <a:rPr lang="fr-FR"/>
              <a:t>exécute vos tests unitaires, d’intégration et/ou de sécurité, </a:t>
            </a:r>
          </a:p>
          <a:p>
            <a:r>
              <a:rPr lang="fr-FR"/>
              <a:t>permet de bloquer un Pull </a:t>
            </a:r>
            <a:r>
              <a:rPr lang="fr-FR" err="1"/>
              <a:t>Request</a:t>
            </a:r>
            <a:r>
              <a:rPr lang="fr-FR"/>
              <a:t> si vos tests ne passent pas, </a:t>
            </a:r>
          </a:p>
          <a:p>
            <a:r>
              <a:rPr lang="fr-FR"/>
              <a:t>permet de construire votre image docker et de le publier sur votre </a:t>
            </a:r>
            <a:r>
              <a:rPr lang="fr-FR" err="1"/>
              <a:t>repository</a:t>
            </a:r>
            <a:r>
              <a:rPr lang="fr-FR"/>
              <a:t>, </a:t>
            </a:r>
          </a:p>
          <a:p>
            <a:r>
              <a:rPr lang="fr-FR"/>
              <a:t>permet de déployer votre application sur </a:t>
            </a:r>
            <a:r>
              <a:rPr lang="fr-FR" err="1"/>
              <a:t>aws</a:t>
            </a:r>
            <a:r>
              <a:rPr lang="fr-FR"/>
              <a:t>, </a:t>
            </a:r>
            <a:r>
              <a:rPr lang="fr-FR" err="1"/>
              <a:t>heroku</a:t>
            </a:r>
            <a:r>
              <a:rPr lang="fr-FR"/>
              <a:t> ou autre</a:t>
            </a:r>
          </a:p>
          <a:p>
            <a:r>
              <a:rPr lang="fr-FR"/>
              <a:t>combine le tout au niveau d’un </a:t>
            </a:r>
            <a:r>
              <a:rPr lang="fr-FR" err="1"/>
              <a:t>workflows</a:t>
            </a:r>
            <a:r>
              <a:rPr lang="fr-FR"/>
              <a:t>.</a:t>
            </a:r>
          </a:p>
          <a:p>
            <a:endParaRPr lang="fr-FR"/>
          </a:p>
        </p:txBody>
      </p:sp>
      <p:sp>
        <p:nvSpPr>
          <p:cNvPr id="2" name="Titre 1"/>
          <p:cNvSpPr>
            <a:spLocks noGrp="1"/>
          </p:cNvSpPr>
          <p:nvPr>
            <p:ph type="title"/>
          </p:nvPr>
        </p:nvSpPr>
        <p:spPr/>
        <p:txBody>
          <a:bodyPr>
            <a:normAutofit fontScale="90000"/>
          </a:bodyPr>
          <a:lstStyle/>
          <a:p>
            <a:r>
              <a:rPr lang="fr-FR" b="1"/>
              <a:t>Fonctionnement de </a:t>
            </a:r>
            <a:r>
              <a:rPr lang="fr-FR" b="1" err="1"/>
              <a:t>GitHub</a:t>
            </a:r>
            <a:r>
              <a:rPr lang="fr-FR" b="1"/>
              <a:t> Actions</a:t>
            </a:r>
            <a:endParaRPr lang="fr-F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normAutofit/>
          </a:bodyPr>
          <a:lstStyle/>
          <a:p>
            <a:r>
              <a:rPr lang="fr-FR"/>
              <a:t>Et la chose la plus importante avec les actions </a:t>
            </a:r>
            <a:r>
              <a:rPr lang="fr-FR" err="1"/>
              <a:t>GitHub</a:t>
            </a:r>
            <a:r>
              <a:rPr lang="fr-FR"/>
              <a:t> est qu’elles sont réutilisables, vous n’avez pas à créer deux fois la même action. Vous créez une seule fois une action réutilisable pour les prochains besoins, au niveau de vos </a:t>
            </a:r>
            <a:r>
              <a:rPr lang="fr-FR" err="1"/>
              <a:t>workflow</a:t>
            </a:r>
            <a:r>
              <a:rPr lang="fr-FR"/>
              <a:t>. </a:t>
            </a:r>
          </a:p>
        </p:txBody>
      </p:sp>
      <p:sp>
        <p:nvSpPr>
          <p:cNvPr id="2" name="Titre 1"/>
          <p:cNvSpPr>
            <a:spLocks noGrp="1"/>
          </p:cNvSpPr>
          <p:nvPr>
            <p:ph type="title"/>
          </p:nvPr>
        </p:nvSpPr>
        <p:spPr/>
        <p:txBody>
          <a:bodyPr>
            <a:normAutofit fontScale="90000"/>
          </a:bodyPr>
          <a:lstStyle/>
          <a:p>
            <a:r>
              <a:rPr lang="fr-FR" b="1"/>
              <a:t>Fonctionnement de </a:t>
            </a:r>
            <a:r>
              <a:rPr lang="fr-FR" b="1" err="1"/>
              <a:t>GitHub</a:t>
            </a:r>
            <a:r>
              <a:rPr lang="fr-FR" b="1"/>
              <a:t> Actions</a:t>
            </a:r>
            <a:endParaRPr lang="fr-F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lstStyle/>
          <a:p>
            <a:r>
              <a:rPr lang="fr-FR"/>
              <a:t>Et vous avez la possibilité d’utiliser des actions publiques construites et maintenues par la communauté de </a:t>
            </a:r>
            <a:r>
              <a:rPr lang="fr-FR" err="1"/>
              <a:t>GitHub</a:t>
            </a:r>
            <a:r>
              <a:rPr lang="fr-FR"/>
              <a:t> et de partager vos actions. C’est ce qui fait que la plupart des actions dont vous aurez besoin au niveau de vos </a:t>
            </a:r>
            <a:r>
              <a:rPr lang="fr-FR" err="1"/>
              <a:t>workflows</a:t>
            </a:r>
            <a:r>
              <a:rPr lang="fr-FR"/>
              <a:t>, seront déjà disponibles dans le </a:t>
            </a:r>
            <a:r>
              <a:rPr lang="fr-FR" err="1"/>
              <a:t>marketplace</a:t>
            </a:r>
            <a:r>
              <a:rPr lang="fr-FR"/>
              <a:t> (Il faut savoir que </a:t>
            </a:r>
            <a:r>
              <a:rPr lang="fr-FR" err="1"/>
              <a:t>GitHub</a:t>
            </a:r>
            <a:r>
              <a:rPr lang="fr-FR"/>
              <a:t> a une très forte communauté).</a:t>
            </a:r>
          </a:p>
          <a:p>
            <a:endParaRPr lang="fr-FR"/>
          </a:p>
        </p:txBody>
      </p:sp>
      <p:sp>
        <p:nvSpPr>
          <p:cNvPr id="2" name="Titre 1"/>
          <p:cNvSpPr>
            <a:spLocks noGrp="1"/>
          </p:cNvSpPr>
          <p:nvPr>
            <p:ph type="title"/>
          </p:nvPr>
        </p:nvSpPr>
        <p:spPr/>
        <p:txBody>
          <a:bodyPr>
            <a:normAutofit fontScale="90000"/>
          </a:bodyPr>
          <a:lstStyle/>
          <a:p>
            <a:r>
              <a:rPr lang="fr-FR" b="1"/>
              <a:t>Fonctionnement de </a:t>
            </a:r>
            <a:r>
              <a:rPr lang="fr-FR" b="1" err="1"/>
              <a:t>GitHub</a:t>
            </a:r>
            <a:r>
              <a:rPr lang="fr-FR" b="1"/>
              <a:t> Actions</a:t>
            </a:r>
            <a:endParaRPr lang="fr-F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Rotonde">
  <a:themeElements>
    <a:clrScheme name="Rotond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Rotond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Rotond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Application>Microsoft Office PowerPoint</Application>
  <PresentationFormat>On-screen Show (4:3)</PresentationFormat>
  <Slides>16</Slides>
  <Notes>0</Notes>
  <HiddenSlides>0</HiddenSlide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Rotonde</vt:lpstr>
      <vt:lpstr>Github Actions </vt:lpstr>
      <vt:lpstr>plan</vt:lpstr>
      <vt:lpstr>Qu’est ce que Github Actions?</vt:lpstr>
      <vt:lpstr>Qu’est ce que Github Actions?</vt:lpstr>
      <vt:lpstr>Pourquoi GitHub Actions?</vt:lpstr>
      <vt:lpstr>Pourquoi GitHub Actions?</vt:lpstr>
      <vt:lpstr>Pourquoi GitHub Actions?</vt:lpstr>
      <vt:lpstr>Pourquoi GitHub Actions?</vt:lpstr>
      <vt:lpstr>GitHub Actions, un serveur CI/CD embarqué</vt:lpstr>
      <vt:lpstr>GitHub Actions, un serveur CI/CD embarqué</vt:lpstr>
      <vt:lpstr>GitHub Actions, un serveur CI/CD embarqué</vt:lpstr>
      <vt:lpstr>GitHub Actions, un serveur CI/CD embarqué</vt:lpstr>
      <vt:lpstr>Fonctionnement de GitHub Actions</vt:lpstr>
      <vt:lpstr>Fonctionnement de GitHub Actions</vt:lpstr>
      <vt:lpstr>Fonctionnement de GitHub Actions</vt:lpstr>
      <vt:lpstr>Fonctionnement de GitHub Actions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Github Actions</dc:title>
  <dc:creator>Maher JAOUADI</dc:creator>
  <cp:revision>1</cp:revision>
  <dcterms:created xsi:type="dcterms:W3CDTF">2021-06-19T04:18:28Z</dcterms:created>
  <dcterms:modified xsi:type="dcterms:W3CDTF">2021-06-19T14:48:08Z</dcterms:modified>
</cp:coreProperties>
</file>